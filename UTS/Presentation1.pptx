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62" r:id="rId7"/>
    <p:sldId id="260" r:id="rId8"/>
    <p:sldId id="261" r:id="rId9"/>
    <p:sldId id="263" r:id="rId10"/>
    <p:sldId id="259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27"/>
    <p:restoredTop sz="96029"/>
  </p:normalViewPr>
  <p:slideViewPr>
    <p:cSldViewPr snapToGrid="0">
      <p:cViewPr varScale="1">
        <p:scale>
          <a:sx n="118" d="100"/>
          <a:sy n="118" d="100"/>
        </p:scale>
        <p:origin x="2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3/18/23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DD9C8446-696E-6942-B6C8-CC9CAD0B34E0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F5592931-05C6-8543-8B6E-A8BD29BD5C2B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7E7AB22C-8B7E-9B4A-8C65-396C3C874D86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8CE9AC2A-20AD-8C48-B5EB-B5322BDBCDEE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4CF75428-5BE0-934D-BB71-675F8E23A386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9A85C5CA-AE29-AB4C-8F85-0373C72001D8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75594855-01E8-5A4B-B2B8-E2ECEF879100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5F02DCD1-2C6B-F948-9F72-3BB0CF3D512E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1583C39-01BF-7F43-854C-FBB4E9AB6B0C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4B103E64-1627-9140-8127-1849FED275E1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B562DF68-3089-814D-8A14-C651FE91885E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Lumbungpangan.id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Pada dashboard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:</a:t>
            </a:r>
          </a:p>
          <a:p>
            <a:pPr marL="514350" indent="-514350">
              <a:buAutoNum type="arabicPeriod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Gapoktan,Poktan,Petani</a:t>
            </a:r>
            <a:r>
              <a:rPr lang="en-US" dirty="0"/>
              <a:t>, dan </a:t>
            </a:r>
            <a:r>
              <a:rPr lang="en-US" dirty="0" err="1"/>
              <a:t>Gabah</a:t>
            </a:r>
            <a:r>
              <a:rPr lang="en-US" dirty="0"/>
              <a:t> yang </a:t>
            </a:r>
            <a:r>
              <a:rPr lang="en-US" dirty="0" err="1"/>
              <a:t>tersimpan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Data </a:t>
            </a:r>
            <a:r>
              <a:rPr lang="en-US" dirty="0" err="1"/>
              <a:t>Pemasukan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dan </a:t>
            </a:r>
            <a:r>
              <a:rPr lang="en-US" dirty="0" err="1"/>
              <a:t>lokasi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399D3-9AB0-90C2-8C86-FE5EBBF5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374" y="1194935"/>
            <a:ext cx="4058899" cy="2324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DE9E4D-C3A7-DBF1-443D-D27939D9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87" y="2900588"/>
            <a:ext cx="4330371" cy="247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Transaksi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58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 err="1"/>
              <a:t>Barang</a:t>
            </a:r>
            <a:r>
              <a:rPr lang="en-US" dirty="0"/>
              <a:t> Masuk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Barang</a:t>
            </a:r>
            <a:r>
              <a:rPr lang="en-US" dirty="0"/>
              <a:t> yang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lumbung,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dicatat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menu Input </a:t>
            </a:r>
            <a:r>
              <a:rPr lang="en-US" dirty="0" err="1"/>
              <a:t>Gabah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813BE2-9353-659B-C0B8-1DA684856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227" y="1447521"/>
            <a:ext cx="4298649" cy="2462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F9E0D4-BD2D-D39B-2672-2C7D5A8B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950" y="3134619"/>
            <a:ext cx="4298649" cy="24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3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Keluar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Barang</a:t>
            </a:r>
            <a:r>
              <a:rPr lang="en-US" dirty="0"/>
              <a:t> yang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lumbung,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dicatat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menu </a:t>
            </a:r>
            <a:r>
              <a:rPr lang="en-US" dirty="0" err="1"/>
              <a:t>penjualan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FD49C-B871-443F-14DC-9A50591E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72" y="1706564"/>
            <a:ext cx="4299857" cy="2459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9800D5-8462-EF82-69E1-037566E5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727" y="3385790"/>
            <a:ext cx="4299857" cy="24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4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 err="1"/>
              <a:t>Barang</a:t>
            </a:r>
            <a:r>
              <a:rPr lang="en-US" dirty="0"/>
              <a:t> Stok </a:t>
            </a:r>
            <a:r>
              <a:rPr lang="en-US" dirty="0" err="1"/>
              <a:t>Opname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Barang</a:t>
            </a:r>
            <a:r>
              <a:rPr lang="en-US" dirty="0"/>
              <a:t> yang </a:t>
            </a:r>
            <a:r>
              <a:rPr lang="en-US" dirty="0" err="1"/>
              <a:t>jumlahnya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sesuai,dari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dan yang </a:t>
            </a:r>
            <a:r>
              <a:rPr lang="en-US" dirty="0" err="1"/>
              <a:t>terdaftar</a:t>
            </a:r>
            <a:r>
              <a:rPr lang="en-US" dirty="0"/>
              <a:t> </a:t>
            </a:r>
            <a:r>
              <a:rPr lang="en-US" dirty="0" err="1"/>
              <a:t>disistem</a:t>
            </a:r>
            <a:r>
              <a:rPr lang="en-US" dirty="0"/>
              <a:t>.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diinputkan</a:t>
            </a:r>
            <a:r>
              <a:rPr lang="en-US" dirty="0"/>
              <a:t> di menu </a:t>
            </a:r>
            <a:r>
              <a:rPr lang="en-US" dirty="0" err="1"/>
              <a:t>stok</a:t>
            </a:r>
            <a:r>
              <a:rPr lang="en-US" dirty="0"/>
              <a:t> </a:t>
            </a:r>
            <a:r>
              <a:rPr lang="en-US" dirty="0" err="1"/>
              <a:t>opname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072FF1-154C-6E83-B0A6-4CF9C6A75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658" y="1706563"/>
            <a:ext cx="4343400" cy="24878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509D3-7BC4-C431-B008-F5957AB53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763" y="3525917"/>
            <a:ext cx="4275362" cy="244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9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/>
          <a:lstStyle/>
          <a:p>
            <a:r>
              <a:rPr lang="en-US" dirty="0"/>
              <a:t>Master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Master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Gabah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Semua</a:t>
            </a:r>
            <a:r>
              <a:rPr lang="en-US" dirty="0"/>
              <a:t> data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gabah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master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E2D31-FDBE-2D0F-C414-4805FF21F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258" y="1706563"/>
            <a:ext cx="4058898" cy="2324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BEF4E2-0360-846B-D654-33E33487B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722" y="3254829"/>
            <a:ext cx="4394512" cy="25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8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Master </a:t>
            </a:r>
            <a:r>
              <a:rPr lang="en-US" dirty="0" err="1"/>
              <a:t>Poktan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Semua</a:t>
            </a:r>
            <a:r>
              <a:rPr lang="en-US" dirty="0"/>
              <a:t> data </a:t>
            </a:r>
            <a:r>
              <a:rPr lang="en-US" dirty="0" err="1"/>
              <a:t>poktan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master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Poktan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memengaruhi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master </a:t>
            </a:r>
            <a:r>
              <a:rPr lang="en-US" dirty="0" err="1"/>
              <a:t>petani</a:t>
            </a:r>
            <a:r>
              <a:rPr lang="en-US" dirty="0"/>
              <a:t> </a:t>
            </a:r>
            <a:r>
              <a:rPr lang="en-US" dirty="0" err="1"/>
              <a:t>nantinya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D7B820-CC0A-A818-3857-2B07E911D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71" y="1706563"/>
            <a:ext cx="3878872" cy="22244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5F9063-0C62-4874-17A7-C6B956D11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242" y="3282498"/>
            <a:ext cx="4116274" cy="23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/>
          <a:lstStyle/>
          <a:p>
            <a:r>
              <a:rPr lang="en-US" dirty="0"/>
              <a:t>Master </a:t>
            </a:r>
            <a:r>
              <a:rPr lang="en-US" dirty="0" err="1"/>
              <a:t>Petani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3339193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Semua</a:t>
            </a:r>
            <a:r>
              <a:rPr lang="en-US" dirty="0"/>
              <a:t> data </a:t>
            </a:r>
            <a:r>
              <a:rPr lang="en-US" dirty="0" err="1"/>
              <a:t>petani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master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Petani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poktan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diinputkan</a:t>
            </a:r>
            <a:r>
              <a:rPr lang="en-US" dirty="0"/>
              <a:t> pada master </a:t>
            </a:r>
            <a:r>
              <a:rPr lang="en-US" dirty="0" err="1"/>
              <a:t>poktan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3/18/23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D7B820-CC0A-A818-3857-2B07E911D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71" y="1706563"/>
            <a:ext cx="3878872" cy="22244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5F9063-0C62-4874-17A7-C6B956D11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242" y="3282498"/>
            <a:ext cx="4116274" cy="23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2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Color Block_Win32_AP_v2" id="{3EA4D81A-EBDE-431D-8B15-A5A6F500D5A4}" vid="{8EBF5489-0BE1-418D-A69C-2193D304C7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176</Words>
  <Application>Microsoft Macintosh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Office Theme</vt:lpstr>
      <vt:lpstr>Fitur Lumbungpangan.id</vt:lpstr>
      <vt:lpstr>Dashboard</vt:lpstr>
      <vt:lpstr>Proses Transaksi</vt:lpstr>
      <vt:lpstr>Barang Masuk</vt:lpstr>
      <vt:lpstr>Barang Keluar</vt:lpstr>
      <vt:lpstr>Barang Stok Opname</vt:lpstr>
      <vt:lpstr>Master</vt:lpstr>
      <vt:lpstr>Master Jenis Gabah</vt:lpstr>
      <vt:lpstr>Master Poktan</vt:lpstr>
      <vt:lpstr>Master Petani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Fitur Lumbungpangan.id</dc:title>
  <dc:creator>Moree now</dc:creator>
  <cp:lastModifiedBy>Moree now</cp:lastModifiedBy>
  <cp:revision>1</cp:revision>
  <dcterms:created xsi:type="dcterms:W3CDTF">2023-03-18T00:11:54Z</dcterms:created>
  <dcterms:modified xsi:type="dcterms:W3CDTF">2023-03-18T00:31:19Z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